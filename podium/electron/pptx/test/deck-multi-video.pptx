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71676-4626-3996-316D-957ED231C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2FD25-EA25-79E7-0402-2AB3CC79F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77387-76BD-7D96-0A95-4FEAD5B90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FD34-677B-41BC-9AB2-28FE67054D0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FD8CB-457C-9D63-B569-481E89CB8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AA56D-C6F1-107B-434D-C38EFCA2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A81A6-74EE-47D9-9CF3-0EF9E346E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81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43D9E-ADDF-47D1-4441-C3B1F4FDA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C46E2-A6CE-7E85-FE6A-256A0377B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5FCEE-384F-C792-2FEE-A56376BE5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FD34-677B-41BC-9AB2-28FE67054D0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B65F5-17CC-8755-09E7-959AB773B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50E94-1001-4309-7E30-3515009A3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A81A6-74EE-47D9-9CF3-0EF9E346E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51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39D71-4010-AF2F-8331-7D45BC404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D4D5C-562A-58EB-1675-ECAA36C08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31EC9-32A9-373C-B8A9-E67D9F8ED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FD34-677B-41BC-9AB2-28FE67054D0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872E4-640C-EF86-94BB-4068749D5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A010B-9DE6-03CB-98CB-CC075FDB5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A81A6-74EE-47D9-9CF3-0EF9E346E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26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F9A85-3354-2FBE-D37C-9277BB9A1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CF65E-90AA-D674-C798-33F5385B3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5B153-105E-E845-4665-BFBE7FF27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2BE45-01E7-F87D-5F21-C0864D73F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FD34-677B-41BC-9AB2-28FE67054D0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9AF01-F8A4-3D42-3B3A-BF5FDF8F6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CD207-2CDA-D3D2-05BB-5A051B0B0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A81A6-74EE-47D9-9CF3-0EF9E346E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786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006E7-5EDA-DD36-038D-2FABFCA4F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08715-99C5-1514-3216-5999DEC6F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3CADA3-FA39-326A-9BC5-26E76AA96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DF57DA-8532-4CAC-4776-9006C81C7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1D5773-389B-D63D-045A-139850B3A1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E1AE4F-1D8E-C436-379F-CE0682F62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FD34-677B-41BC-9AB2-28FE67054D0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693B22-F172-0EDB-11D3-0C99D6D1F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186B87-7035-E0FE-2ED2-9FA7096C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A81A6-74EE-47D9-9CF3-0EF9E346E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09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3FA25-1BED-404E-7639-80E7CB3D2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3F022-F1A5-3B00-BA54-C0270A8F2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FD34-677B-41BC-9AB2-28FE67054D0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19B2A6-5239-5CD5-A2F6-D6445A65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4226A-2FC7-1FBA-7393-9E39F2307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A81A6-74EE-47D9-9CF3-0EF9E346E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012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4E6DB8-AD17-01E0-050F-06492F95C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FD34-677B-41BC-9AB2-28FE67054D0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11E207-FD1D-F888-0026-86DB04DD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A22D4-6BFC-8FA0-AA6F-A5B01FD3E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A81A6-74EE-47D9-9CF3-0EF9E346E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132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6ED12-B695-7814-4651-40297A42E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CD27F-E346-9B04-A44D-8A8B17724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22E3D-CEF4-0E3B-0123-0218491A2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B8489-B226-FE96-F4F9-7EA9CD8DC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FD34-677B-41BC-9AB2-28FE67054D0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2732F-7E9B-58A7-6D11-FAFEBBBE4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15601-AA98-CBAB-4780-0DE3371D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A81A6-74EE-47D9-9CF3-0EF9E346E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190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1E966-85F2-5685-0A2C-D1BB4DACC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3826C-B539-CFF2-4FBF-85ECE851C8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92C00-7CFE-2B8B-C42E-56FEC7D87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C5A78-742F-163F-4658-709937560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FD34-677B-41BC-9AB2-28FE67054D0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C95AE-53CC-5288-888F-84013C905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A7543-2818-EAEC-14D5-07D1B1963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A81A6-74EE-47D9-9CF3-0EF9E346E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165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FE42D-1E12-AD92-A6A0-EEB3C8900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A2608B-7EE4-389F-B94A-E44DC5D5D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BB689-01E9-8D93-DA8E-77446744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FD34-677B-41BC-9AB2-28FE67054D0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3422C-C367-6D78-8B87-A7DA4399F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91F3E-CA9E-E5BE-0648-0A8EF815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A81A6-74EE-47D9-9CF3-0EF9E346E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411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3E549E-002C-38D0-31E0-427177A189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8BC00-6196-ECD3-A385-D5E0B247D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98D48-97CE-F2C8-803F-E5889B507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FD34-677B-41BC-9AB2-28FE67054D0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95F02-B013-F8E5-0292-38352435F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D5277-F203-41FC-D2C5-A124F0BB1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A81A6-74EE-47D9-9CF3-0EF9E346E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944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A328C5-2EB4-FBFD-97C7-BF6E4FB6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EBE38-FC6B-C895-A7FF-F560AF62C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01270-E511-59E1-4225-2BC9D72557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4FD34-677B-41BC-9AB2-28FE67054D0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CEAF0-1771-E60A-D847-D48FD7FD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08B12-C46B-B631-0B7B-20921C27A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6A81A6-74EE-47D9-9CF3-0EF9E346E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09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B58C5-6DE7-1EF7-C456-5AE5AB89BB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Slide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5EDCD-D87A-66EC-CC2B-AC26559561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031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st_clip_trimmed">
            <a:hlinkClick r:id="" action="ppaction://media"/>
            <a:extLst>
              <a:ext uri="{FF2B5EF4-FFF2-40B4-BE49-F238E27FC236}">
                <a16:creationId xmlns:a16="http://schemas.microsoft.com/office/drawing/2014/main" id="{814C3B39-E310-B1EB-BAE8-F072D29DD9D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63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96FF7-6BAE-A68D-1B14-8F45BB766E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Slide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5DE36-9890-D6DB-5D94-3C2E20AB86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35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st_clip_trimmed">
            <a:hlinkClick r:id="" action="ppaction://media"/>
            <a:extLst>
              <a:ext uri="{FF2B5EF4-FFF2-40B4-BE49-F238E27FC236}">
                <a16:creationId xmlns:a16="http://schemas.microsoft.com/office/drawing/2014/main" id="{366C7001-D216-BBBD-0CE0-7CD63A5AEF3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9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9C059-12D2-A8BC-C1CD-FEA0596B8D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Slide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4876CF-6250-9866-3E28-BDFD3A24A0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1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3</Paragraphs>
  <Slides>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Slide 1</vt:lpstr>
      <vt:lpstr>PowerPoint Presentation</vt:lpstr>
      <vt:lpstr>Slide 3</vt:lpstr>
      <vt:lpstr>PowerPoint Presentation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Ayan Ahmed</dc:creator>
  <cp:lastModifiedBy>Ayan Ahmed</cp:lastModifiedBy>
  <cp:revision>1</cp:revision>
  <dcterms:created xsi:type="dcterms:W3CDTF">2026-08-05T13:36:38Z</dcterms:created>
  <dcterms:modified xsi:type="dcterms:W3CDTF">2026-08-05T13:36:38Z</dcterms:modified>
</cp:coreProperties>
</file>