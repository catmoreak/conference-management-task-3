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D187-7A1E-92DD-BA29-283142E55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AA547-33AC-EBD6-240B-44BEA18D2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BE152-62BF-1581-F48D-EC65CD51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86B5-9F51-96A6-CEFE-3283D3E6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0C637-8D25-20B2-4A27-1C4173AD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47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6989-AC7A-E077-9D70-532EA23A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CCDD-BEA0-D233-4768-15CF82CB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3386-C340-1C48-CCE7-6321CA04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37763-5848-B53C-F8FE-A8CBD8DE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7F08-63C5-B2D6-8743-C2437C44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35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AEFE-9B5E-0FA6-6B9F-4CCEA66F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4523-D363-2EEC-E338-D2C2763D7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02DF7-3FCE-9777-AF1D-40344C12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DBAAC-938E-6B7B-0BCC-E278DDC4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F881-7FD5-5831-6F0E-86118E1C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0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692-E81A-857C-8176-B4FB89DC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943CC-51BF-5396-90DB-84E827FAE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27B51-1181-BBBA-5A48-1E92C6473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E716-F792-86A7-5C0D-0E081BC9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13D0F-674D-A1CA-F673-F5D51A0F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6C316-C8A5-974F-F1A5-985F5B1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E465-AE84-96D3-4D5C-8D095AB2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B7000-179E-DBA2-926B-89D17CAAE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711FD-05B3-729A-D439-F07F4D33B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A0C68-B345-1D1C-35FC-D3622AC48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6FDAA-ABF0-D30F-F1C8-B95567197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DE9E67-308C-78B2-E0F1-E44BCE7B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9BB64-5960-F9C4-D446-25BEFAED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87A52-4496-ABB0-2886-3C8EB383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5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98F1-FA36-C684-69C4-9F32AE29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33DCA-F2C1-B66C-8D41-73A4C08A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52B0C-07F5-BC77-4607-6841CB9E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4A23F-B217-CB86-435D-5AA426E2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9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CE4FB-54A6-1FDE-40BC-94E183C6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AA842-768A-DB6E-ECCE-59769D53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6F1D-7285-69FC-EE18-FDD2BC30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04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BC71-7FD9-FA54-D9D3-45792D3A5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C92AB-7905-BF3D-F8F8-B0B7A5517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E6021-8B78-4079-CAA2-0F24A1F19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A1DA3-3DB0-46EB-E869-38C0BDF01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D7F37-7EC8-F36B-8E9D-DD453B56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9DE3B-74CF-ECDE-6EA6-2E228807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1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3A4-7E0C-EF88-8441-B5B54D72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D9282-1BD4-30AE-A69C-9A6C6D93F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51ADA-77D0-FA7F-AFA8-A16A11C4C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6BAB2-A7AC-9434-66CC-E791CC0A8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5B31-467E-55BE-120B-695E7DF6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D1A6E-E22C-9FDF-AA6A-664B81F7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1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CACE-4C63-64EA-8AE3-558B7001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B6D7E-F309-D836-75CE-691A00830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C5C2-FAB2-EFDF-8671-D5356551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06F2E-CB67-2AC2-9644-9D43D448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21E73-5A4B-0F26-B019-88861BA3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0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12D3B-853F-6EB1-0E12-66F6DF5D2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50BDD-1FA4-EB18-6C81-4B310E404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9B8EC-5FF1-869A-4A44-0971FDE8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9EF6-54E0-BAC7-045B-55698401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537E-8950-2C5B-5C18-FB93288F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2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298E4-A7AB-6A8A-7B90-2B6BBB78B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37DCD-E97E-2169-8E41-AC6FF668F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E908-06EB-EAD9-077C-3290A8996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F379E-CD7B-4A39-B728-AA64C9E60C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743B-948F-6888-423D-BC7693B59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BF37B-CBDC-59CC-BE62-91F220D36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31AB8-4CF7-48DE-9BF9-43FD43CC64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A6E0-8A75-9220-ABE8-717164A97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685BF-3B73-28F6-1789-EA5DE88D5D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56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23C6-C25E-F9D6-B7EF-99596A069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D7DB6-0CA2-5193-17E0-286FA6630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30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EE35-DABB-D643-BE68-CF52F7D33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FD32F-269D-54AB-3CD1-3B93E255D5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52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Ahmed</dc:creator>
  <cp:lastModifiedBy>Ayan Ahmed</cp:lastModifiedBy>
  <cp:revision>1</cp:revision>
  <dcterms:created xsi:type="dcterms:W3CDTF">2026-08-05T13:36:38Z</dcterms:created>
  <dcterms:modified xsi:type="dcterms:W3CDTF">2026-08-05T13:36:38Z</dcterms:modified>
</cp:coreProperties>
</file>