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44B4-875D-0317-1FE6-0D18F5EB7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90BEC-EC34-45C0-3D7E-B533D7CC9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F75BE-C20A-D076-5EDA-37244770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7B492-0847-6DFF-BCFC-F02CF3B0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079C0-8D9C-FC54-6726-C7D5E301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4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E51B-A19A-97F4-DC9A-4A4CC9D2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4A087-CB15-9F07-3E37-D125B1D1C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6DD2-2B21-5E96-A281-B10824D3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9FC65-26ED-000C-B203-EAA12241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C535-19A9-D4B3-75AC-219C2224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34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B76D-106B-79B3-FCE2-C6B1723B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FA403-2F0C-762B-B1F4-5760258D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0B5F9-F26A-6FA5-701A-242597A9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FA3C-CB87-E514-851E-93687F3D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4FA3E-092C-94AC-B1FF-2753C41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62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65E9-FF48-4E79-7ABD-3FFD449C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D95B-34FA-F19D-87B6-4FA5DC8CD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F6DDC-ED47-C1FE-DF2C-DD385340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7B3B1-362B-908B-A12C-C1DB1EEB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E1DE5-3CEB-1B0B-B0BC-024EC60E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1EB21-8881-EB17-BF25-E9B10983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47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B328-5BC6-0DEE-2186-7C24A01A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7B681-2FC4-9A18-A2C0-148A2BAA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FA1B0-E1E0-3F51-AAD9-F95FFEB44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C811C-ACE5-E7F5-64CB-C2C595F6D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56822-3B22-828C-57BE-80E962E9B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F3C83D-FBCD-8BBD-8E77-4ADBF81E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0812B0-4D6B-1365-6011-6FD1539C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558C7-4671-BBC4-81FB-5A73A2D2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23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F124-BB2F-FA25-D06F-6E17AC42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53406-AD9B-564E-6B81-97D811A7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3C9E3-FB31-F561-6DF3-3DA5182F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976A5-6D52-BBA6-708D-4B9FC0BA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1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652FF-9FFC-203D-85A7-B3F2B088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FAB62-4DB6-1092-32FC-18F5F879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C0EC4-C750-0D4B-5836-BD6B0F65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72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A380-82BD-F1F8-2D11-F60F7217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A01C1-735A-C59E-1C91-40BA447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01248-810E-794F-EB2A-95A25A000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D32E6-74F2-95C5-E436-D5A77AC8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EF0CA-7A92-35E7-F1BC-5EF5F48E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F3E06-B4E4-4D4F-B6AB-4AA183CC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8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BD84-8D61-A238-D3BD-3CA0B00A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9E960-7BFD-57A1-8B5C-E2ECC0F9F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3EC15-F8CC-4E87-A89C-DDFB0D57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D0440-5583-2D84-2E0B-8287130E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5962A-7BCF-EE3A-5EE6-51891428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30A20-58EE-92A8-0726-11002C07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00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32CC-14BF-D226-B9A4-24AB06EB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91CD4-E928-FA45-9D24-1076F43CF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3E315-65A2-85F1-4792-FDEB5FF0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0920-5D1E-6637-F073-238DEE83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1E6C4-D9A9-3134-1E53-E06CC12D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0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D305A-6171-E1EC-78B5-F5EC11DE6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9D33B-F29B-775C-A7B9-803E29F9A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020F-408B-1AEB-665E-45F59A45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3339B-15D6-63C0-66C4-89766BC5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8C371-B605-4031-D32A-D9A5EA50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C4ACD-08D6-A5E3-1B15-B77FD39D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90F94-117D-C9C6-CB09-EA7614980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4CD1-90EE-F24A-7E00-CB43C5D53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4914E-855D-4A3E-B39E-F76976515C3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6E9DA-1824-7F6E-32A7-D64358E70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3E79E-1485-B833-F1A0-74889DF88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63A4D-AB73-4FFD-BD2E-A85FC863E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6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B6C6-AB15-70F2-F9DB-78CAE8BFB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DE618-BB2C-0724-0D39-18563AA40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90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clip_trimmed">
            <a:hlinkClick r:id="" action="ppaction://media"/>
            <a:extLst>
              <a:ext uri="{FF2B5EF4-FFF2-40B4-BE49-F238E27FC236}">
                <a16:creationId xmlns:a16="http://schemas.microsoft.com/office/drawing/2014/main" id="{ACAD7EE1-9A0D-2061-C832-849CD91679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6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B0E17-6BF4-3DC0-B693-131AEBAEE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AF35B-3B3D-04FC-AA1F-6821B5498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3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Slide 1</vt:lpstr>
      <vt:lpstr>PowerPoint Presentation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Ahmed</dc:creator>
  <cp:lastModifiedBy>Ayan Ahmed</cp:lastModifiedBy>
  <cp:revision>1</cp:revision>
  <dcterms:created xsi:type="dcterms:W3CDTF">2026-08-05T13:36:37Z</dcterms:created>
  <dcterms:modified xsi:type="dcterms:W3CDTF">2026-08-05T13:36:37Z</dcterms:modified>
</cp:coreProperties>
</file>