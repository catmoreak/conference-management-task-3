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BDEE-7638-A6D0-4351-D88057D07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A5F1A2-A49D-64E3-3BDA-2E35419FF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2A36D-8077-4DD7-301D-A0D22199F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7AE59-6CF4-43A5-85DE-B216800194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DCC99-4262-F2A3-9C61-5CEBE8210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CD2FC-6E6A-74CA-6D27-67D47A3D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A571-A7D0-412F-8C08-8AF602347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561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479B2-F46E-71F0-275E-0EC693FA0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708E3-01C1-FDAB-04B9-9CDFA6B9D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6713E-4A0D-9726-D2BE-7AA341F42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7AE59-6CF4-43A5-85DE-B216800194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576C6-DBB1-3EDD-ED56-187CA37DC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F74EE-4FB9-1EA9-ADE8-9DD92FB50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A571-A7D0-412F-8C08-8AF602347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355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46131-3D3D-DDEA-3140-1E2FC2422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51152-2E19-46B8-EC12-0963F4FA6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63C3D-15AD-7951-77C0-ED136731F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7AE59-6CF4-43A5-85DE-B216800194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596A9-DF73-1F15-A4AC-3162D18A9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87315-0F3F-1731-CD0F-54D86E90E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A571-A7D0-412F-8C08-8AF602347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113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8EB37-D475-1581-9C91-ED19C51CE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1D68D-2B98-71F5-ABB0-86DE2D1901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F682A-1CB5-5742-993A-64F9A52C7E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8D4E7-E016-504D-ECD1-4CD905E83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7AE59-6CF4-43A5-85DE-B216800194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9CB0E-0FB9-E016-152E-6E5FEC1EB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A1047-797B-2407-1586-C077DBC2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A571-A7D0-412F-8C08-8AF602347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196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ECE8B-1B84-8C33-CD83-9C96BB08D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7C07A-83B6-778E-A10F-38B98224B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289D6-A541-3C0D-6963-DBC099976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2CA27-B918-B3D5-B8DD-264592530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085422-99EB-7016-CCC4-74B9D0B013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76C41F-A207-7E78-8A8F-39E39826C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7AE59-6CF4-43A5-85DE-B216800194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7310ED-742A-CB16-D98A-6DC7DBAA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C5758-92F5-AC7D-80A3-F0D34E5C6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A571-A7D0-412F-8C08-8AF602347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706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9E44-2A1C-4F45-5F41-9288CD104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5A4A50-9195-E201-67DB-10D8671A4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7AE59-6CF4-43A5-85DE-B216800194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4782CA-72B6-61F2-6C0C-055B58FB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1CF060-9158-8B73-9280-521953E5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A571-A7D0-412F-8C08-8AF602347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482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749660-2B2D-2C2C-A998-CFF64C90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7AE59-6CF4-43A5-85DE-B216800194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A3539D-46AF-8BA5-1D0B-50CFB1C6F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7E216-8909-DD49-D684-2A4B8987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A571-A7D0-412F-8C08-8AF602347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23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E8B9-3EB4-3A24-9933-FAA09AE0F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5A148-5690-E92D-35AE-DEB8238B9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2DEC2-B28C-91A2-222C-E34D4F5D1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A2314-3415-7B36-5994-F7EBF21B6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7AE59-6CF4-43A5-85DE-B216800194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07984-1AF7-01F6-4557-ECB322A7E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95336-015C-2AB9-56C8-6167B1AE4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A571-A7D0-412F-8C08-8AF602347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083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F3768-0E44-A093-8131-C88CDA26F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3FC1B2-12C2-F413-1CBF-F0A7823722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4858C-E57E-4BE0-8DC6-C9058293C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2EC8A-B460-7D9A-B0FF-5D9C448DE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7AE59-6CF4-43A5-85DE-B216800194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74341-A101-0A26-8110-DEB3879D1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DB083-953A-97B7-405F-6B2D887BD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A571-A7D0-412F-8C08-8AF602347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028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B07EF-5033-9B35-BDDA-6F64D1EA8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2D1A85-C5B5-64ED-C424-3D3876EE9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184B2-1648-7ADC-7221-94B8A2B5B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7AE59-6CF4-43A5-85DE-B216800194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5CAB6-C795-CE48-4573-05035B5F9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3BED5-E8EF-6713-30C3-9EF8AD72E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A571-A7D0-412F-8C08-8AF602347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47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B542A8-E37C-005B-4625-CFE8F59FEA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635F31-584B-60E9-CE36-88FD2407C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00811-A386-5582-E4E0-3BB58353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7AE59-6CF4-43A5-85DE-B216800194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DDF77-51E6-E3E0-7E06-57BA68493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CA5D-E746-B5A9-AA53-40CA27D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8A571-A7D0-412F-8C08-8AF602347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223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42BD17-77AD-3840-782C-A52B5F0EF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C6539-2D30-4908-976E-5419407D3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9C1AB-7418-9DE7-C1C5-904B11FE8E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77AE59-6CF4-43A5-85DE-B216800194D0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E536A-5BAE-9F1E-8299-C56B066BA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990A2-D571-6678-292E-E4647EBC1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B8A571-A7D0-412F-8C08-8AF6023472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st_clip_trimmed">
            <a:hlinkClick r:id="" action="ppaction://media"/>
            <a:extLst>
              <a:ext uri="{FF2B5EF4-FFF2-40B4-BE49-F238E27FC236}">
                <a16:creationId xmlns:a16="http://schemas.microsoft.com/office/drawing/2014/main" id="{CFD7B9E2-2D05-1D89-87DD-F02D2810CCE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288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0E4E3-0053-D947-EF1E-DFB3452503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Slide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AB1A26-2AE0-0967-1FC0-FC2E05CCC8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339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Ayan Ahmed</dc:creator>
  <cp:lastModifiedBy>Ayan Ahmed</cp:lastModifiedBy>
  <cp:revision>1</cp:revision>
  <dcterms:created xsi:type="dcterms:W3CDTF">2026-08-05T13:36:38Z</dcterms:created>
  <dcterms:modified xsi:type="dcterms:W3CDTF">2026-08-05T13:36:38Z</dcterms:modified>
</cp:coreProperties>
</file>