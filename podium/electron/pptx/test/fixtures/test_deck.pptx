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D081E-616E-4ECD-6BEF-B21B10BF61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C7887F-ABCD-6103-96F0-34339443C9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F48354-965F-693F-58B2-3574092EC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699F2-6246-4F83-BF8E-6B392E15E114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12DB19-FE7B-AE9A-C301-FA50AFA27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219A44-895C-2088-B51C-1F611DE46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E775F-F2D9-4C80-BA7A-753751D3B4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8997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888B4-49C3-0C5F-E94B-286B32FE3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017BA-7492-0F77-2EF2-C4855395D2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E26925-62A4-EDE8-9686-B435BCE74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699F2-6246-4F83-BF8E-6B392E15E114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EAEC34-6D85-1612-830B-C0C9242AD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4514C9-49D7-C2CA-5FD2-B862A5431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E775F-F2D9-4C80-BA7A-753751D3B4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7203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4A43A-BD23-05A7-1D93-95745FE81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29A7C6-161E-DDAD-68CD-D1F8640C01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5760E2-6B8F-241B-B78F-48E8CE8B3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699F2-6246-4F83-BF8E-6B392E15E114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129E20-8D3B-BD78-B9E8-8E6B504AA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D7A1A9-EB45-6F8B-5662-64C2684E5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E775F-F2D9-4C80-BA7A-753751D3B4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7056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F5C00-A74C-DED9-EAD9-D20097CC0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60C5F-4368-32CE-CFB2-E76942E98D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6E1BF6-9DFB-B2B9-C507-0CE9BEA79A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C67D2-5E02-0929-15B5-706639079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699F2-6246-4F83-BF8E-6B392E15E114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A45CF5-79A4-89C9-2209-3C120C9AD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A99C51-144D-EA99-A211-787C6738C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E775F-F2D9-4C80-BA7A-753751D3B4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1391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9A51A-3C89-01DB-5D30-85F34C2AB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50A6D8-636A-4C97-386C-C40F1F12F2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175740-F0EE-8F9B-5B4C-534C10BB33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E99180-AE71-2965-BBBA-E1C65554DA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32CC7D-3CA2-37CF-D9A8-83A9FDC00F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D85833-55AB-3D40-E551-4D1DADD88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699F2-6246-4F83-BF8E-6B392E15E114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C347B4-78BA-C1C7-D983-C1DEC3497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721BE6-53CE-E527-7827-B5CCE8072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E775F-F2D9-4C80-BA7A-753751D3B4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3230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2FC9D-5D2F-03CD-D617-D705DA3C4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1F9E89-F2E2-57B5-4B6B-057496A0C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699F2-6246-4F83-BF8E-6B392E15E114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F441DD-5B49-76A7-7BDD-A3D2FF978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FD0B4E-258F-3561-13AB-3939F64C2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E775F-F2D9-4C80-BA7A-753751D3B4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4773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007F3D-0DCB-9E76-3BE1-C7301825E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699F2-6246-4F83-BF8E-6B392E15E114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FCB72A-3774-D35C-6195-78B01B92B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49F621-8C90-FB78-BAD5-A51E161DD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E775F-F2D9-4C80-BA7A-753751D3B4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2019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2003A-06BB-84C1-B14A-2BC1C9575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ACE72-E821-0E47-FFD9-99A83EF4E3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1B4A6-E7B1-DE2B-908A-7ACB2287D8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C97537-4BCF-D0C1-1916-77DFA1866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699F2-6246-4F83-BF8E-6B392E15E114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AD4293-D6D8-CC5D-0B70-C16D2E3C7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F5ED26-B43B-F985-39C7-BACAEED0A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E775F-F2D9-4C80-BA7A-753751D3B4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5473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40296-6643-CE8D-DADD-25A593C29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EC1B7A-6B50-8736-2E52-A4B34F1A9A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125317-AEBE-51AE-57F1-E180870DEC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D23E36-B69C-B1DD-01CB-5028E751B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699F2-6246-4F83-BF8E-6B392E15E114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BF46FE-DC67-1008-8698-3BC8D440F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DE5A5D-002B-64D9-876F-87F6CC6DC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E775F-F2D9-4C80-BA7A-753751D3B4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8635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65013-B1C5-A2DB-C9AA-A08BA389E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3A9F65-E930-3C60-E5E3-6D78DAF915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0DA865-BD72-3B5B-A699-A5190AD40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699F2-6246-4F83-BF8E-6B392E15E114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B42D7F-C0DF-EC38-8813-625C41BC1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349709-DFEB-D741-5C6E-A923DF8C1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E775F-F2D9-4C80-BA7A-753751D3B4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6956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4D1742-01D8-8065-F29A-38C042A273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5F930E-66CE-C980-A105-90D15B6B8B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B2C9DF-F196-8FB3-7EE3-94D8C0C01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699F2-6246-4F83-BF8E-6B392E15E114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560E52-6A07-CD05-DD72-CB82C32D5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F640C2-4F29-1A00-403D-CFB2B9162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E775F-F2D9-4C80-BA7A-753751D3B4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2860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634492-8D26-868F-825E-4441CCE4B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82FC67-F1BA-FEF1-50D4-8B19949729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7937A3-E826-4AC5-B035-7BB3B068FA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D699F2-6246-4F83-BF8E-6B392E15E114}" type="datetimeFigureOut">
              <a:rPr lang="en-IN" smtClean="0"/>
              <a:t>04-08-2026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BDD51B-9907-59C6-646D-2B51066AC5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556E5F-DDB2-B154-0264-7BA68BD405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1E775F-F2D9-4C80-BA7A-753751D3B4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27848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5789E-4D0E-68CB-0051-D8A75942F8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/>
              <a:t>Slide 1 - before video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BC9212-4ACB-5C88-6F4F-F071CFE20A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5132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est_clip_trimmed">
            <a:hlinkClick r:id="" action="ppaction://media"/>
            <a:extLst>
              <a:ext uri="{FF2B5EF4-FFF2-40B4-BE49-F238E27FC236}">
                <a16:creationId xmlns:a16="http://schemas.microsoft.com/office/drawing/2014/main" id="{497F1243-00EC-6435-DBDF-AD5B207DAF5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664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6CE19-7416-CFFE-C59B-3B2954B021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/>
              <a:t>Slide 3 - after video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4D673B-2B48-A706-FAF5-14908EB587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76735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</Words>
  <Application>Microsoft Office PowerPoint</Application>
  <PresentationFormat>Widescreen</PresentationFormat>
  <Paragraphs>2</Paragraphs>
  <Slides>3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Slide 1 - before video</vt:lpstr>
      <vt:lpstr>PowerPoint Presentation</vt:lpstr>
      <vt:lpstr>Slide 3 - after video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Ayan Ahmed</dc:creator>
  <cp:lastModifiedBy>Ayan Ahmed</cp:lastModifiedBy>
  <cp:revision>1</cp:revision>
  <dcterms:created xsi:type="dcterms:W3CDTF">2026-08-04T16:14:25Z</dcterms:created>
  <dcterms:modified xsi:type="dcterms:W3CDTF">2026-08-04T16:14:25Z</dcterms:modified>
</cp:coreProperties>
</file>